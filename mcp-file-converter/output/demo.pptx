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6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Generated Presentation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6B3"/>
                </a:solidFill>
              </a:rPr>
              <a:t>Slide 1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Q: Q1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Revenue: 45000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</a:rPr>
              <a:t>Slide 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Q: Q2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 Revenue: 52000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2026-02-24T22:56:15Z</dcterms:created>
  <dcterms:modified xsi:type="dcterms:W3CDTF">2026-02-24T22:56:15Z</dcterms:modified>
</cp:coreProperties>
</file>