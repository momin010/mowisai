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Quarter: Q1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Revenue: 45000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Expenses: 32000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Profit: 13000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Quarter: Q2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Revenue: 52000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Expenses: 35000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Profit: 17000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Quarter: Q3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Revenue: 48000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Expenses: 33000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Profit: 15000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Quarter: Q4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Revenue: 61000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Expenses: 40000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Profit: 21000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Quarterly Sales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Revenue Distribution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Images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2026-02-24T22:55:24Z</dcterms:created>
  <dcterms:modified xsi:type="dcterms:W3CDTF">2026-02-24T22:55:24Z</dcterms:modified>
</cp:coreProperties>
</file>