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6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Generated Presentation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6B3"/>
                </a:solidFill>
              </a:rPr>
              <a:t>Slide 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Year: 2024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Revenue: 1000000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Expenses: 300000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Profit: 700000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Slide 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Year: 2025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Revenue: 1500000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Expenses: 450000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Profit: 1050000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6B3"/>
                </a:solidFill>
              </a:rPr>
              <a:t>Slide 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Year: 2026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Revenue: 2250000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Expenses: 675000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Profit: 1575000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2026-02-24T17:09:38Z</dcterms:created>
  <dcterms:modified xsi:type="dcterms:W3CDTF">2026-02-24T17:09:38Z</dcterms:modified>
</cp:coreProperties>
</file>