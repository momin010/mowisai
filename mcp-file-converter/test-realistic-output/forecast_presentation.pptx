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56B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</a:rPr>
              <a:t>Generated Presentation</a:t>
            </a:r>
            <a:endParaRPr lang="en-US" sz="4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56B3"/>
                </a:solidFill>
              </a:rPr>
              <a:t>Executive Summary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188720"/>
            <a:ext cx="7863840" cy="4297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8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• content: 5-year forecast showing $1M to $5M revenue growth</a:t>
            </a:r>
            <a:endParaRPr lang="en-US" sz="1800" dirty="0"/>
          </a:p>
          <a:p>
            <a:pPr indent="0" marL="0">
              <a:lnSpc>
                <a:spcPts val="2800"/>
              </a:lnSpc>
              <a:buNone/>
            </a:pPr>
            <a:endParaRPr lang="en-US" sz="1800" dirty="0"/>
          </a:p>
          <a:p>
            <a:pPr indent="0" marL="0">
              <a:lnSpc>
                <a:spcPts val="28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• Strong market demand</a:t>
            </a:r>
            <a:endParaRPr lang="en-US" sz="1800" dirty="0"/>
          </a:p>
          <a:p>
            <a:pPr indent="0" marL="0">
              <a:lnSpc>
                <a:spcPts val="28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• Efficient scaling model</a:t>
            </a:r>
            <a:endParaRPr lang="en-US" sz="1800" dirty="0"/>
          </a:p>
          <a:p>
            <a:pPr indent="0" marL="0">
              <a:lnSpc>
                <a:spcPts val="28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• Healthy unit economics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4E78"/>
                </a:solidFill>
              </a:rPr>
              <a:t>Revenue Growth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188720"/>
            <a:ext cx="7863840" cy="4297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8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• content: Annual Growth Rate: 50%</a:t>
            </a:r>
            <a:endParaRPr lang="en-US" sz="1800" dirty="0"/>
          </a:p>
          <a:p>
            <a:pPr indent="0" marL="0">
              <a:lnSpc>
                <a:spcPts val="2800"/>
              </a:lnSpc>
              <a:buNone/>
            </a:pPr>
            <a:endParaRPr lang="en-US" sz="1800" dirty="0"/>
          </a:p>
          <a:p>
            <a:pPr indent="0" marL="0">
              <a:lnSpc>
                <a:spcPts val="28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• Year 1: $1.0M</a:t>
            </a:r>
            <a:endParaRPr lang="en-US" sz="1800" dirty="0"/>
          </a:p>
          <a:p>
            <a:pPr indent="0" marL="0">
              <a:lnSpc>
                <a:spcPts val="28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• Year 2: $1.5M</a:t>
            </a:r>
            <a:endParaRPr lang="en-US" sz="1800" dirty="0"/>
          </a:p>
          <a:p>
            <a:pPr indent="0" marL="0">
              <a:lnSpc>
                <a:spcPts val="28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• Year 3: $2.25M</a:t>
            </a:r>
            <a:endParaRPr lang="en-US" sz="1800" dirty="0"/>
          </a:p>
          <a:p>
            <a:pPr indent="0" marL="0">
              <a:lnSpc>
                <a:spcPts val="28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• Year 4: $3.375M</a:t>
            </a:r>
            <a:endParaRPr lang="en-US" sz="1800" dirty="0"/>
          </a:p>
          <a:p>
            <a:pPr indent="0" marL="0">
              <a:lnSpc>
                <a:spcPts val="28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• Year 5: $5.0M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56B3"/>
                </a:solidFill>
              </a:rPr>
              <a:t>Key Metrics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188720"/>
            <a:ext cx="7863840" cy="4297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8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• content: Customer Metrics:</a:t>
            </a:r>
            <a:endParaRPr lang="en-US" sz="1800" dirty="0"/>
          </a:p>
          <a:p>
            <a:pPr indent="0" marL="0">
              <a:lnSpc>
                <a:spcPts val="28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• MRR: $50K → $250K</a:t>
            </a:r>
            <a:endParaRPr lang="en-US" sz="1800" dirty="0"/>
          </a:p>
          <a:p>
            <a:pPr indent="0" marL="0">
              <a:lnSpc>
                <a:spcPts val="28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• Churn: 5% → 2%</a:t>
            </a:r>
            <a:endParaRPr lang="en-US" sz="1800" dirty="0"/>
          </a:p>
          <a:p>
            <a:pPr indent="0" marL="0">
              <a:lnSpc>
                <a:spcPts val="28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• ARR: $600K → $3M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4E78"/>
                </a:solidFill>
              </a:rPr>
              <a:t>Action Items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188720"/>
            <a:ext cx="7863840" cy="4297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8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• content: • Optimize sales processes</a:t>
            </a:r>
            <a:endParaRPr lang="en-US" sz="1800" dirty="0"/>
          </a:p>
          <a:p>
            <a:pPr indent="0" marL="0">
              <a:lnSpc>
                <a:spcPts val="28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• Improve customer retention</a:t>
            </a:r>
            <a:endParaRPr lang="en-US" sz="1800" dirty="0"/>
          </a:p>
          <a:p>
            <a:pPr indent="0" marL="0">
              <a:lnSpc>
                <a:spcPts val="28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• Scale marketing efforts</a:t>
            </a:r>
            <a:endParaRPr lang="en-US" sz="1800" dirty="0"/>
          </a:p>
          <a:p>
            <a:pPr indent="0" marL="0">
              <a:lnSpc>
                <a:spcPts val="28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• Invest in product development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2026-02-24T22:41:57Z</dcterms:created>
  <dcterms:modified xsi:type="dcterms:W3CDTF">2026-02-24T22:41:57Z</dcterms:modified>
</cp:coreProperties>
</file>